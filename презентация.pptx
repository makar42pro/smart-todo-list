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771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8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71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30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72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33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36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42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86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26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190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655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21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727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080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72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90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025961-2B4D-471B-AEA2-460897F04E81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660B06-2710-4A5A-B7AD-8B1FF975D8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848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723557" cy="2971801"/>
          </a:xfrm>
        </p:spPr>
        <p:txBody>
          <a:bodyPr>
            <a:normAutofit/>
          </a:bodyPr>
          <a:lstStyle/>
          <a:p>
            <a:r>
              <a:rPr lang="ru-RU" dirty="0"/>
              <a:t>Диагностика и устранение неисправностей игровых устройств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Выполнили студенты группы ИС-22:</a:t>
            </a:r>
          </a:p>
          <a:p>
            <a:r>
              <a:rPr lang="ru-RU" dirty="0" smtClean="0"/>
              <a:t>Смирнов Артем и Разумов Илья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874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Игровые устройства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Основные виды:</a:t>
            </a:r>
            <a:endParaRPr lang="ru-RU" dirty="0"/>
          </a:p>
          <a:p>
            <a:r>
              <a:rPr lang="ru-RU" dirty="0"/>
              <a:t>Джойстик </a:t>
            </a:r>
          </a:p>
          <a:p>
            <a:r>
              <a:rPr lang="ru-RU" dirty="0" err="1"/>
              <a:t>Геймпад</a:t>
            </a:r>
            <a:r>
              <a:rPr lang="ru-RU" dirty="0"/>
              <a:t> </a:t>
            </a:r>
          </a:p>
          <a:p>
            <a:r>
              <a:rPr lang="ru-RU" dirty="0"/>
              <a:t>Руль с педалями </a:t>
            </a:r>
          </a:p>
          <a:p>
            <a:pPr marL="0" indent="0">
              <a:buNone/>
            </a:pPr>
            <a:r>
              <a:rPr lang="ru-RU" b="1" dirty="0"/>
              <a:t>Назначение:</a:t>
            </a:r>
            <a:r>
              <a:rPr lang="ru-RU" dirty="0"/>
              <a:t> управление в играх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513" y="2291210"/>
            <a:ext cx="5026269" cy="335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неисправностей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Отсутствие драйверов </a:t>
            </a:r>
          </a:p>
          <a:p>
            <a:r>
              <a:rPr lang="ru-RU" dirty="0"/>
              <a:t>Неисправный USB-порт </a:t>
            </a:r>
          </a:p>
          <a:p>
            <a:r>
              <a:rPr lang="ru-RU" dirty="0"/>
              <a:t>Повреждение кабеля </a:t>
            </a:r>
          </a:p>
          <a:p>
            <a:r>
              <a:rPr lang="ru-RU" dirty="0"/>
              <a:t>Конфликт устройств </a:t>
            </a:r>
          </a:p>
          <a:p>
            <a:r>
              <a:rPr lang="ru-RU" dirty="0"/>
              <a:t>Несовместимость с ОС </a:t>
            </a:r>
          </a:p>
          <a:p>
            <a:r>
              <a:rPr lang="ru-RU" dirty="0"/>
              <a:t>Механические повреждения </a:t>
            </a:r>
          </a:p>
        </p:txBody>
      </p:sp>
    </p:spTree>
    <p:extLst>
      <p:ext uri="{BB962C8B-B14F-4D97-AF65-F5344CB8AC3E}">
        <p14:creationId xmlns:p14="http://schemas.microsoft.com/office/powerpoint/2010/main" val="1359239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диагностика </a:t>
            </a:r>
            <a:r>
              <a:rPr lang="ru-RU" dirty="0"/>
              <a:t>джойстика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Алгоритм: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Проверка подключения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Проверка USB-порта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Установка драйверов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Проверка в системе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Калибровка</a:t>
            </a:r>
          </a:p>
          <a:p>
            <a:endParaRPr lang="ru-RU" dirty="0"/>
          </a:p>
        </p:txBody>
      </p:sp>
      <p:pic>
        <p:nvPicPr>
          <p:cNvPr id="4" name="Picture 2" descr="Как Подключить USB к Компьютеру ПРАВИЛЬНО? — ВайФайка.Р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074" y="2317751"/>
            <a:ext cx="5347870" cy="354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2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устранение неисправностей джойстика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85801" y="2903201"/>
            <a:ext cx="4294830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Установить/обновить драйверы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Подключить к другому порту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Заменить кабель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Выполнить калибровку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Проверить беспроводное соединение </a:t>
            </a:r>
          </a:p>
        </p:txBody>
      </p:sp>
      <p:pic>
        <p:nvPicPr>
          <p:cNvPr id="1028" name="Picture 4" descr="Драйверы – Бесплатные иконки: компьюте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944" y="1907889"/>
            <a:ext cx="4117487" cy="411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00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Геймпад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Проблемы:</a:t>
            </a:r>
            <a:endParaRPr lang="ru-RU" dirty="0"/>
          </a:p>
          <a:p>
            <a:r>
              <a:rPr lang="ru-RU" dirty="0"/>
              <a:t>Не определяется системой </a:t>
            </a:r>
          </a:p>
          <a:p>
            <a:r>
              <a:rPr lang="ru-RU" dirty="0"/>
              <a:t>Не работают кнопки </a:t>
            </a:r>
          </a:p>
          <a:p>
            <a:r>
              <a:rPr lang="ru-RU" dirty="0"/>
              <a:t>Задержка отклика </a:t>
            </a:r>
          </a:p>
          <a:p>
            <a:pPr marL="0" indent="0">
              <a:buNone/>
            </a:pPr>
            <a:r>
              <a:rPr lang="ru-RU" b="1" dirty="0"/>
              <a:t>Решения:</a:t>
            </a:r>
            <a:endParaRPr lang="ru-RU" dirty="0"/>
          </a:p>
          <a:p>
            <a:r>
              <a:rPr lang="ru-RU" dirty="0"/>
              <a:t>Установка драйверов </a:t>
            </a:r>
          </a:p>
          <a:p>
            <a:r>
              <a:rPr lang="ru-RU" dirty="0"/>
              <a:t>Проверка настроек </a:t>
            </a:r>
          </a:p>
          <a:p>
            <a:r>
              <a:rPr lang="ru-RU" dirty="0"/>
              <a:t>Использование эмулятора </a:t>
            </a:r>
          </a:p>
        </p:txBody>
      </p:sp>
      <p:pic>
        <p:nvPicPr>
          <p:cNvPr id="6146" name="Picture 2" descr="Инсайдер показал реальное фото геймпада PlayStation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845" y="2418949"/>
            <a:ext cx="4636232" cy="3095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225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Руль с педалями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Проблемы:</a:t>
            </a:r>
            <a:endParaRPr lang="ru-RU" dirty="0"/>
          </a:p>
          <a:p>
            <a:r>
              <a:rPr lang="ru-RU" dirty="0"/>
              <a:t>Не работают педали </a:t>
            </a:r>
          </a:p>
          <a:p>
            <a:r>
              <a:rPr lang="ru-RU" dirty="0"/>
              <a:t>Неправильная чувствительность </a:t>
            </a:r>
          </a:p>
          <a:p>
            <a:r>
              <a:rPr lang="ru-RU" dirty="0"/>
              <a:t>Потеря сигнала </a:t>
            </a:r>
          </a:p>
          <a:p>
            <a:pPr marL="0" indent="0">
              <a:buNone/>
            </a:pPr>
            <a:r>
              <a:rPr lang="ru-RU" b="1" dirty="0"/>
              <a:t>Решения:</a:t>
            </a:r>
            <a:endParaRPr lang="ru-RU" dirty="0"/>
          </a:p>
          <a:p>
            <a:r>
              <a:rPr lang="ru-RU" dirty="0"/>
              <a:t>Калибровка </a:t>
            </a:r>
          </a:p>
          <a:p>
            <a:r>
              <a:rPr lang="ru-RU" dirty="0"/>
              <a:t>Проверка подключения </a:t>
            </a:r>
          </a:p>
          <a:p>
            <a:r>
              <a:rPr lang="ru-RU" dirty="0"/>
              <a:t>Настройка в игре</a:t>
            </a:r>
          </a:p>
        </p:txBody>
      </p:sp>
      <p:pic>
        <p:nvPicPr>
          <p:cNvPr id="7170" name="Picture 2" descr="941-000112/941-000114 Руль Logitech G29 Driving Force Racing 14кноп. (с  педалями) черный купить по низкой цене: характеристики, отзывы | ТехноСи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220" y="2623486"/>
            <a:ext cx="5562006" cy="2686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182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Правильное подключение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Подключить устройство к ПК </a:t>
            </a:r>
          </a:p>
          <a:p>
            <a:r>
              <a:rPr lang="ru-RU" dirty="0"/>
              <a:t>Установить драйверы </a:t>
            </a:r>
          </a:p>
          <a:p>
            <a:r>
              <a:rPr lang="ru-RU" dirty="0"/>
              <a:t>Перезагрузить компьютер </a:t>
            </a:r>
          </a:p>
          <a:p>
            <a:r>
              <a:rPr lang="ru-RU" dirty="0"/>
              <a:t>Выполнить калибровку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4" name="Picture 6" descr="Как установить Windows с нуля — от записи образа на флешку до первого  запуска — Журнал Ситилин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891" y="2535572"/>
            <a:ext cx="6201263" cy="2862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869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а">
  <a:themeElements>
    <a:clrScheme name="Небеса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а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TM03457452[[fn=Небесная]]</Template>
  <TotalTime>20</TotalTime>
  <Words>127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Небеса</vt:lpstr>
      <vt:lpstr>Диагностика и устранение неисправностей игровых устройств</vt:lpstr>
      <vt:lpstr>Игровые устройства</vt:lpstr>
      <vt:lpstr>Причины неисправностей</vt:lpstr>
      <vt:lpstr>диагностика джойстика</vt:lpstr>
      <vt:lpstr>устранение неисправностей джойстика</vt:lpstr>
      <vt:lpstr>Геймпад</vt:lpstr>
      <vt:lpstr>Руль с педалями</vt:lpstr>
      <vt:lpstr>Правильное подключение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Диагностика и устранение неисправностей игровых устройств</dc:title>
  <dc:creator>Учетная запись Майкрософт</dc:creator>
  <cp:lastModifiedBy>Учетная запись Майкрософт</cp:lastModifiedBy>
  <cp:revision>3</cp:revision>
  <dcterms:created xsi:type="dcterms:W3CDTF">2026-04-08T16:00:34Z</dcterms:created>
  <dcterms:modified xsi:type="dcterms:W3CDTF">2026-04-08T16:21:12Z</dcterms:modified>
</cp:coreProperties>
</file>